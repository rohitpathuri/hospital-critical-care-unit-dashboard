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65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9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29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66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7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36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528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02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235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652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439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709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944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3379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734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448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365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35E161D-7083-4070-BC03-E657475691F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69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6678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 Critical Care Unit Dashboard</a:t>
            </a:r>
            <a:endParaRPr lang="en-IN" sz="3600" dirty="0">
              <a:solidFill>
                <a:srgbClr val="002060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solidFill>
                  <a:schemeClr val="bg1"/>
                </a:solidFill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solidFill>
                  <a:schemeClr val="bg1"/>
                </a:solidFill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solidFill>
                  <a:schemeClr val="bg1"/>
                </a:solidFill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solidFill>
                  <a:schemeClr val="bg1"/>
                </a:solidFill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solidFill>
                  <a:schemeClr val="bg1"/>
                </a:solidFill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solidFill>
                  <a:schemeClr val="bg1"/>
                </a:solidFill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 Critical Care Unit Dashboard</a:t>
            </a:r>
            <a:endParaRPr lang="en-IN" sz="3200" dirty="0">
              <a:solidFill>
                <a:srgbClr val="002060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 Critical Care Unit Dashboard</a:t>
            </a:r>
            <a:endParaRPr lang="en-IN" sz="3200" dirty="0">
              <a:solidFill>
                <a:srgbClr val="002060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tx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 Critical Care Unit Dashboard</a:t>
            </a:r>
            <a:endParaRPr lang="en-IN" sz="3200" dirty="0">
              <a:solidFill>
                <a:srgbClr val="002060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</p:spTree>
    <p:extLst>
      <p:ext uri="{BB962C8B-B14F-4D97-AF65-F5344CB8AC3E}">
        <p14:creationId xmlns:p14="http://schemas.microsoft.com/office/powerpoint/2010/main" val="4265668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 Critical Care Unit Dashboard</a:t>
            </a:r>
            <a:endParaRPr lang="en-IN" sz="3200" dirty="0">
              <a:solidFill>
                <a:srgbClr val="002060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329697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 Critical Care Unit Dashboard</a:t>
            </a:r>
            <a:endParaRPr lang="en-IN" sz="3200" dirty="0">
              <a:solidFill>
                <a:srgbClr val="002060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380310"/>
            <a:ext cx="11371595" cy="462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Objective:</a:t>
            </a:r>
            <a:r>
              <a:rPr lang="en-US" sz="1600" b="1" dirty="0">
                <a:latin typeface="Arial Rounded MT Bold" panose="020F0704030504030204" pitchFamily="34" charset="0"/>
              </a:rPr>
              <a:t>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Admission Status</a:t>
            </a:r>
          </a:p>
        </p:txBody>
      </p:sp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 Critical Care Unit Dashboard</a:t>
            </a:r>
            <a:endParaRPr lang="en-IN" sz="3200" dirty="0">
              <a:solidFill>
                <a:srgbClr val="002060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520654"/>
            <a:ext cx="11371595" cy="2360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550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Rounded MT Bold</vt:lpstr>
      <vt:lpstr>Century Gothic</vt:lpstr>
      <vt:lpstr>Times New Roman</vt:lpstr>
      <vt:lpstr>Wingdings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ROHIT PATHURI</cp:lastModifiedBy>
  <cp:revision>9</cp:revision>
  <dcterms:created xsi:type="dcterms:W3CDTF">2024-11-24T05:55:51Z</dcterms:created>
  <dcterms:modified xsi:type="dcterms:W3CDTF">2026-02-05T08:11:56Z</dcterms:modified>
</cp:coreProperties>
</file>